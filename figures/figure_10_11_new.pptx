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2"/>
    <p:restoredTop sz="91743"/>
  </p:normalViewPr>
  <p:slideViewPr>
    <p:cSldViewPr snapToGrid="0">
      <p:cViewPr varScale="1">
        <p:scale>
          <a:sx n="122" d="100"/>
          <a:sy n="122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1636-93CB-AE14-7544-6FFAB6A87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5852F-F6B8-1FC9-67D0-C32A66D41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7157F-D00D-59B0-493C-B6D0040CD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8C550-B6C7-4AC5-6D2F-073410518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2D198-A874-DC7F-B4F7-B4210BCC5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8944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4E96F-3069-E159-DD18-974EDBB01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D2F7F-5879-C2BC-BE33-92FEA65C9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0453C-8231-50A6-77EE-2A8F1519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4E8F2-654A-2667-415E-A70E39D6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B6C7C-68F8-81C3-A2E0-6EAEDE96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379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A7921-2DF5-E4FA-F946-CD8A2080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6D2C1-B7AE-DE28-2A44-383A1B45B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67B0A-C3DD-06D9-E9B2-2BD1136E6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7F137-2E95-F7A7-3B48-18EEDDE82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8D46B-93F0-38BC-BEC1-C17E130C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4169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20EC-A299-4E8F-887B-2466BC85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12363-D4EF-6831-C9FB-5C0407006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BDC4B-4E70-91D8-E647-359CA9C70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820FC-E30B-2584-A49A-8BB20FDB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5F18-74F5-3CE0-3930-29BB88BE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9F5CD-4596-5A8C-FDAB-5276FDBE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06685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826A-01D4-F76B-2B40-C73ED2E2B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092E6-CBDA-1EA4-99A0-91AC683A1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3B6B5-5860-20AD-0651-FF9E1E0E8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39ED9-9416-3A51-4AD9-937C7EAF9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E76E81-342C-7E46-982E-DFF20BA60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22FC0B-4BD1-AC0E-C9F2-666424EC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D9A27-0210-FF57-6044-8D04CCD73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9C7867-FCC8-C099-EF51-7B117F48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70290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29FA9-919A-4460-8172-80B250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78B57-1F35-C0F1-68FB-E91D4944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7891C7-D127-3704-1A9B-4EF65687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78DE9-8B1D-E156-EB78-FAB2FD83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7176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57D9B-84E4-F6A9-48CB-34DB6952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B53D20-6234-CEBC-18F9-54439A26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81456-9BDF-8C2C-1E31-5405E2834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494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33E08-5BB5-5FC6-A74F-CAD8906B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822BF-236D-5556-8D44-B438B4E8D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F8F22-CD65-E6D9-48B6-DEDEC503E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635F8-70C4-FD2F-AD4F-9A0E1C8A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330BD-3BB4-6F62-52BF-599FAB079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6F8F6-5560-C3DF-D703-14C467F1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4765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06B7-7293-4D00-26E5-022CF25C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3F41E-3A60-6F4C-D2CE-EC2514DF5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904C1-502C-374D-4574-D6F330808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91353-5BCC-72AB-08CC-D3F2597A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4B4BF-D97F-87E2-5383-4738D463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86D90-09FC-29BA-C396-4CEB1796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65875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ED018-480C-B005-2268-ACB49DFA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BBB6D-7E3F-75E8-34F7-7B69D9AFA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38A2D-E976-57FA-601A-EEBB7C70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96653-806C-3322-DE89-F106EB1C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86C8A-D033-F299-0EA2-D7897DD6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9909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CF24E-A433-999A-B5FE-C25981BA6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7C27F-C589-3F66-9073-F037B56B2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95234-012A-C5F3-0E58-49E485AD6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A0733-2B48-715C-1CA3-2F280402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F979E-8704-C78B-FCC9-43EDC2EE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63986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F85342-B6DA-8EA2-2661-D998ECCC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A3F9D-2C1C-4247-2CB3-632D8E0E8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ECC42-CA2A-7AF7-E130-ECE95C7ED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2F711-C475-5E45-AD56-028817F75DA5}" type="datetimeFigureOut">
              <a:rPr lang="en-KR" smtClean="0"/>
              <a:t>10/24/25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531E2-4343-B294-5993-1241A25E5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8D0A8-7CDB-F95F-8F15-1DF36984C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72C6D-E4C8-AB4B-9FAA-016DF9BF6BB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6891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8E091-4CCB-B0E8-7D59-A89037348EA1}"/>
              </a:ext>
            </a:extLst>
          </p:cNvPr>
          <p:cNvSpPr txBox="1"/>
          <p:nvPr/>
        </p:nvSpPr>
        <p:spPr>
          <a:xfrm>
            <a:off x="0" y="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10 - a</a:t>
            </a:r>
            <a:endParaRPr lang="en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578C89-102A-DF2A-B21E-18AEE3DB79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81" t="11995" r="7438" b="6064"/>
          <a:stretch>
            <a:fillRect/>
          </a:stretch>
        </p:blipFill>
        <p:spPr>
          <a:xfrm>
            <a:off x="263045" y="538470"/>
            <a:ext cx="6663847" cy="36459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798FC0-CEA6-5940-8FEC-AA33F1325A83}"/>
              </a:ext>
            </a:extLst>
          </p:cNvPr>
          <p:cNvSpPr txBox="1"/>
          <p:nvPr/>
        </p:nvSpPr>
        <p:spPr>
          <a:xfrm>
            <a:off x="2707545" y="4184402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Success Rate</a:t>
            </a:r>
          </a:p>
        </p:txBody>
      </p:sp>
    </p:spTree>
    <p:extLst>
      <p:ext uri="{BB962C8B-B14F-4D97-AF65-F5344CB8AC3E}">
        <p14:creationId xmlns:p14="http://schemas.microsoft.com/office/powerpoint/2010/main" val="3362352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958E-308B-7263-67D6-B68F88B9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991946-05D5-873F-A034-E5D605B5559C}"/>
              </a:ext>
            </a:extLst>
          </p:cNvPr>
          <p:cNvSpPr txBox="1"/>
          <p:nvPr/>
        </p:nvSpPr>
        <p:spPr>
          <a:xfrm>
            <a:off x="0" y="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10 - b</a:t>
            </a:r>
            <a:endParaRPr lang="en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graph showing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74CAC83D-AED0-A9B3-A02D-7374C2BB58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3" t="11969" r="7591"/>
          <a:stretch>
            <a:fillRect/>
          </a:stretch>
        </p:blipFill>
        <p:spPr>
          <a:xfrm>
            <a:off x="325676" y="900903"/>
            <a:ext cx="6951946" cy="3909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EF33FE-EE23-4CCC-105F-0E1F040A13B5}"/>
              </a:ext>
            </a:extLst>
          </p:cNvPr>
          <p:cNvSpPr txBox="1"/>
          <p:nvPr/>
        </p:nvSpPr>
        <p:spPr>
          <a:xfrm>
            <a:off x="2766750" y="4626037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Episode Length</a:t>
            </a:r>
          </a:p>
        </p:txBody>
      </p:sp>
    </p:spTree>
    <p:extLst>
      <p:ext uri="{BB962C8B-B14F-4D97-AF65-F5344CB8AC3E}">
        <p14:creationId xmlns:p14="http://schemas.microsoft.com/office/powerpoint/2010/main" val="375512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15D99-7A58-B568-5541-58483DE16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9052D9-4AA6-4384-576E-B32059A8EAE8}"/>
              </a:ext>
            </a:extLst>
          </p:cNvPr>
          <p:cNvSpPr txBox="1"/>
          <p:nvPr/>
        </p:nvSpPr>
        <p:spPr>
          <a:xfrm>
            <a:off x="0" y="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10 - c</a:t>
            </a:r>
            <a:endParaRPr lang="en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CD98AE-6457-634C-2539-7F05AEBBB0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46" t="10038" r="9208" b="6065"/>
          <a:stretch>
            <a:fillRect/>
          </a:stretch>
        </p:blipFill>
        <p:spPr>
          <a:xfrm>
            <a:off x="425884" y="1077685"/>
            <a:ext cx="6739003" cy="3733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45D339-5167-4030-32F5-10CC3385F618}"/>
              </a:ext>
            </a:extLst>
          </p:cNvPr>
          <p:cNvSpPr txBox="1"/>
          <p:nvPr/>
        </p:nvSpPr>
        <p:spPr>
          <a:xfrm>
            <a:off x="2218672" y="4810703"/>
            <a:ext cx="3153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No. of Episodes Completed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1BE672-4CE4-9984-9B1A-09FD255A3FC8}"/>
              </a:ext>
            </a:extLst>
          </p:cNvPr>
          <p:cNvSpPr/>
          <p:nvPr/>
        </p:nvSpPr>
        <p:spPr>
          <a:xfrm>
            <a:off x="2545080" y="830580"/>
            <a:ext cx="3169920" cy="3233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38249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D58B3-358D-9AC4-5411-1074EF7C9B88}"/>
              </a:ext>
            </a:extLst>
          </p:cNvPr>
          <p:cNvSpPr txBox="1"/>
          <p:nvPr/>
        </p:nvSpPr>
        <p:spPr>
          <a:xfrm>
            <a:off x="0" y="0"/>
            <a:ext cx="782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Fig.10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0D388C-4326-5708-516E-C1FE8F3979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81" t="11995" r="7438" b="6064"/>
          <a:stretch>
            <a:fillRect/>
          </a:stretch>
        </p:blipFill>
        <p:spPr>
          <a:xfrm>
            <a:off x="241736" y="1453166"/>
            <a:ext cx="3147995" cy="17223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D0FF9A-035D-F635-7241-FE8076DF42FA}"/>
              </a:ext>
            </a:extLst>
          </p:cNvPr>
          <p:cNvSpPr txBox="1"/>
          <p:nvPr/>
        </p:nvSpPr>
        <p:spPr>
          <a:xfrm>
            <a:off x="666672" y="3207292"/>
            <a:ext cx="2298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Success Rate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3A60E5-F69C-6A32-97A2-4FA004C8F2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46" t="10038" r="9208" b="6065"/>
          <a:stretch>
            <a:fillRect/>
          </a:stretch>
        </p:blipFill>
        <p:spPr>
          <a:xfrm>
            <a:off x="6723477" y="1432178"/>
            <a:ext cx="3162197" cy="17516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D911A2-6755-C462-556D-4BF59D79C619}"/>
              </a:ext>
            </a:extLst>
          </p:cNvPr>
          <p:cNvSpPr txBox="1"/>
          <p:nvPr/>
        </p:nvSpPr>
        <p:spPr>
          <a:xfrm>
            <a:off x="6765901" y="3207292"/>
            <a:ext cx="3286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No. of Episodes Completed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77A050-5152-6133-A5D5-A52725E22415}"/>
              </a:ext>
            </a:extLst>
          </p:cNvPr>
          <p:cNvSpPr/>
          <p:nvPr/>
        </p:nvSpPr>
        <p:spPr>
          <a:xfrm>
            <a:off x="7247271" y="1219779"/>
            <a:ext cx="2453076" cy="25019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12" name="Picture 11" descr="A graph showing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B62EB8EE-BA6D-3261-D4DA-1A7D2BBB42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63" t="11968" r="7591" b="4158"/>
          <a:stretch>
            <a:fillRect/>
          </a:stretch>
        </p:blipFill>
        <p:spPr>
          <a:xfrm>
            <a:off x="3449339" y="1461741"/>
            <a:ext cx="3269023" cy="17516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FDC351-0E8D-B4CC-6B8F-2273459D5933}"/>
              </a:ext>
            </a:extLst>
          </p:cNvPr>
          <p:cNvSpPr txBox="1"/>
          <p:nvPr/>
        </p:nvSpPr>
        <p:spPr>
          <a:xfrm>
            <a:off x="3934789" y="3207292"/>
            <a:ext cx="2298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Episode Length</a:t>
            </a:r>
          </a:p>
        </p:txBody>
      </p:sp>
      <p:pic>
        <p:nvPicPr>
          <p:cNvPr id="15" name="Picture 14" descr="A chart of different colored lines&#10;&#10;AI-generated content may be incorrect.">
            <a:extLst>
              <a:ext uri="{FF2B5EF4-FFF2-40B4-BE49-F238E27FC236}">
                <a16:creationId xmlns:a16="http://schemas.microsoft.com/office/drawing/2014/main" id="{A0E265B2-3F0F-C0DC-E71E-F312885721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04" r="15110"/>
          <a:stretch>
            <a:fillRect/>
          </a:stretch>
        </p:blipFill>
        <p:spPr>
          <a:xfrm>
            <a:off x="10116987" y="1544422"/>
            <a:ext cx="1628383" cy="14711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4690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D6CBDC-53E6-6583-FD1F-D71C27825CD5}"/>
              </a:ext>
            </a:extLst>
          </p:cNvPr>
          <p:cNvSpPr txBox="1"/>
          <p:nvPr/>
        </p:nvSpPr>
        <p:spPr>
          <a:xfrm>
            <a:off x="0" y="0"/>
            <a:ext cx="112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11 - a</a:t>
            </a:r>
            <a:endParaRPr lang="en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10FB0-3450-7770-F1C5-5ECFF4CC5E0E}"/>
              </a:ext>
            </a:extLst>
          </p:cNvPr>
          <p:cNvSpPr txBox="1"/>
          <p:nvPr/>
        </p:nvSpPr>
        <p:spPr>
          <a:xfrm>
            <a:off x="1175715" y="369332"/>
            <a:ext cx="3063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Step vs. Success Rate</a:t>
            </a:r>
          </a:p>
        </p:txBody>
      </p:sp>
      <p:pic>
        <p:nvPicPr>
          <p:cNvPr id="8" name="Picture 7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6D921064-9EEE-F5CE-92E1-23D562EC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2" y="755803"/>
            <a:ext cx="5157325" cy="31256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A184B5-ADC9-3CDF-272B-C6FE8763C177}"/>
              </a:ext>
            </a:extLst>
          </p:cNvPr>
          <p:cNvSpPr txBox="1"/>
          <p:nvPr/>
        </p:nvSpPr>
        <p:spPr>
          <a:xfrm>
            <a:off x="2480559" y="369678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2296656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B5B4-7466-6668-1538-4BA7CF348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CC2CEE-57F7-B36C-FD39-1C01F2BCE700}"/>
              </a:ext>
            </a:extLst>
          </p:cNvPr>
          <p:cNvSpPr txBox="1"/>
          <p:nvPr/>
        </p:nvSpPr>
        <p:spPr>
          <a:xfrm>
            <a:off x="0" y="0"/>
            <a:ext cx="1137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11 - b</a:t>
            </a:r>
            <a:endParaRPr lang="en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C06F36-068F-DE26-8F3D-793399E7FA80}"/>
              </a:ext>
            </a:extLst>
          </p:cNvPr>
          <p:cNvSpPr txBox="1"/>
          <p:nvPr/>
        </p:nvSpPr>
        <p:spPr>
          <a:xfrm>
            <a:off x="1262280" y="369332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 vs. Episode Length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85D5BE-1282-B488-8348-D338A6E520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8882" y="907120"/>
            <a:ext cx="5157325" cy="28230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A9D3AE-B0BE-7DA2-26AD-91EFFB26FF9B}"/>
              </a:ext>
            </a:extLst>
          </p:cNvPr>
          <p:cNvSpPr txBox="1"/>
          <p:nvPr/>
        </p:nvSpPr>
        <p:spPr>
          <a:xfrm>
            <a:off x="2480559" y="369678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99912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09FB-3647-AB98-E0F5-110E1C8C7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0FAB1D-479C-3E12-1E8D-84F0130FBDC2}"/>
              </a:ext>
            </a:extLst>
          </p:cNvPr>
          <p:cNvSpPr txBox="1"/>
          <p:nvPr/>
        </p:nvSpPr>
        <p:spPr>
          <a:xfrm>
            <a:off x="0" y="0"/>
            <a:ext cx="112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11 - c</a:t>
            </a:r>
            <a:endParaRPr lang="en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D1F9D-23AB-7239-4BC4-CA9D4B892A0D}"/>
              </a:ext>
            </a:extLst>
          </p:cNvPr>
          <p:cNvSpPr txBox="1"/>
          <p:nvPr/>
        </p:nvSpPr>
        <p:spPr>
          <a:xfrm>
            <a:off x="486431" y="369332"/>
            <a:ext cx="4442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 vs. Scaled Mean Intrinsic Rewards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E85E4C-A8F4-C30B-B566-D504E75933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8882" y="811339"/>
            <a:ext cx="5157325" cy="30145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61EF0D-FD95-898D-1FE1-1CBD627CA656}"/>
              </a:ext>
            </a:extLst>
          </p:cNvPr>
          <p:cNvSpPr txBox="1"/>
          <p:nvPr/>
        </p:nvSpPr>
        <p:spPr>
          <a:xfrm>
            <a:off x="2480559" y="369678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972290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8575-FF96-E90A-C765-42FDE209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6BBD42-7343-EC89-6D2A-1B2DD5A5C788}"/>
              </a:ext>
            </a:extLst>
          </p:cNvPr>
          <p:cNvSpPr txBox="1"/>
          <p:nvPr/>
        </p:nvSpPr>
        <p:spPr>
          <a:xfrm>
            <a:off x="0" y="0"/>
            <a:ext cx="1137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11 - d</a:t>
            </a:r>
            <a:endParaRPr lang="en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661AC1-7274-8497-49AA-34245DAA6EE4}"/>
              </a:ext>
            </a:extLst>
          </p:cNvPr>
          <p:cNvSpPr txBox="1"/>
          <p:nvPr/>
        </p:nvSpPr>
        <p:spPr>
          <a:xfrm>
            <a:off x="1223808" y="369332"/>
            <a:ext cx="2967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 vs. Episode Reward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DFE05F-5BF3-C935-43BA-F698496337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8882" y="849733"/>
            <a:ext cx="5157325" cy="2937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37A5D1-AB2B-76AD-7CEF-4F7E500D5438}"/>
              </a:ext>
            </a:extLst>
          </p:cNvPr>
          <p:cNvSpPr txBox="1"/>
          <p:nvPr/>
        </p:nvSpPr>
        <p:spPr>
          <a:xfrm>
            <a:off x="2480559" y="369678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165371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CC8A06-B689-2869-3CC0-8DE4D396E00C}"/>
              </a:ext>
            </a:extLst>
          </p:cNvPr>
          <p:cNvSpPr txBox="1"/>
          <p:nvPr/>
        </p:nvSpPr>
        <p:spPr>
          <a:xfrm>
            <a:off x="996949" y="26126"/>
            <a:ext cx="3063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Step vs. Success Rate</a:t>
            </a:r>
          </a:p>
        </p:txBody>
      </p:sp>
      <p:pic>
        <p:nvPicPr>
          <p:cNvPr id="5" name="Picture 4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0B0296C8-C76D-4845-FB5C-145204E2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2" y="386472"/>
            <a:ext cx="4799792" cy="29089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55515D-7A56-7E3E-1FB8-051FBF26DD7C}"/>
              </a:ext>
            </a:extLst>
          </p:cNvPr>
          <p:cNvSpPr txBox="1"/>
          <p:nvPr/>
        </p:nvSpPr>
        <p:spPr>
          <a:xfrm>
            <a:off x="2301793" y="311618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D4124-5F9A-F1EE-FDE9-C0F4542BA805}"/>
              </a:ext>
            </a:extLst>
          </p:cNvPr>
          <p:cNvSpPr txBox="1"/>
          <p:nvPr/>
        </p:nvSpPr>
        <p:spPr>
          <a:xfrm>
            <a:off x="5945751" y="26126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 vs. Episode Length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4A0D91-7B7C-31AB-5B83-358E4B948A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04524" y="394069"/>
            <a:ext cx="4972989" cy="27221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17ED26-41D3-AD3E-77AE-03273A193A41}"/>
              </a:ext>
            </a:extLst>
          </p:cNvPr>
          <p:cNvSpPr txBox="1"/>
          <p:nvPr/>
        </p:nvSpPr>
        <p:spPr>
          <a:xfrm>
            <a:off x="7157621" y="311618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73B340-B57F-BB2A-0EE2-22A1067C8458}"/>
              </a:ext>
            </a:extLst>
          </p:cNvPr>
          <p:cNvSpPr txBox="1"/>
          <p:nvPr/>
        </p:nvSpPr>
        <p:spPr>
          <a:xfrm>
            <a:off x="372972" y="3494983"/>
            <a:ext cx="4442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 vs. Scaled Mean Intrinsic Rewards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6AC6ED-911B-2113-7348-052330F630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6573" y="3802812"/>
            <a:ext cx="4544410" cy="26563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419817-8AAF-46F0-BBBE-BCA266F977D2}"/>
              </a:ext>
            </a:extLst>
          </p:cNvPr>
          <p:cNvSpPr txBox="1"/>
          <p:nvPr/>
        </p:nvSpPr>
        <p:spPr>
          <a:xfrm>
            <a:off x="2308205" y="640629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DE9D3F-9EB2-A5A4-1CA2-44EC100C07DF}"/>
              </a:ext>
            </a:extLst>
          </p:cNvPr>
          <p:cNvSpPr txBox="1"/>
          <p:nvPr/>
        </p:nvSpPr>
        <p:spPr>
          <a:xfrm>
            <a:off x="5907278" y="3483250"/>
            <a:ext cx="2967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 vs. Episode Reward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F0B19-EE78-474B-490D-6BCFC3CFA4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69135" y="3763622"/>
            <a:ext cx="4808378" cy="27390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09913F-B85F-57A2-CB44-257BADA9960E}"/>
              </a:ext>
            </a:extLst>
          </p:cNvPr>
          <p:cNvSpPr txBox="1"/>
          <p:nvPr/>
        </p:nvSpPr>
        <p:spPr>
          <a:xfrm>
            <a:off x="7157621" y="640629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45B686-9E01-3609-B1AB-85DD9F3C73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6464" y="2176963"/>
            <a:ext cx="2625829" cy="6874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7D3344-6795-B362-5D11-27D69FEC63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2504" y="530171"/>
            <a:ext cx="2625829" cy="6874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EC3E70-914F-5779-7231-814C003CC3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4938" y="5483059"/>
            <a:ext cx="2625829" cy="6874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1ACD46B-6601-B8ED-9183-8963538A1F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5756" y="5462210"/>
            <a:ext cx="2086537" cy="54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41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5590</TotalTime>
  <Words>144</Words>
  <Application>Microsoft Macintosh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현서 양</dc:creator>
  <cp:lastModifiedBy>현서 양</cp:lastModifiedBy>
  <cp:revision>75</cp:revision>
  <dcterms:created xsi:type="dcterms:W3CDTF">2025-10-19T15:19:25Z</dcterms:created>
  <dcterms:modified xsi:type="dcterms:W3CDTF">2025-10-23T23:52:36Z</dcterms:modified>
</cp:coreProperties>
</file>